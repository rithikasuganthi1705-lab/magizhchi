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6517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COLLEGE SPORTS MANAGEMENT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S.RITHIKA</a:t>
            </a:r>
          </a:p>
          <a:p>
            <a:r>
              <a:rPr lang="en-US" dirty="0" smtClean="0"/>
              <a:t>J57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60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5291"/>
            <a:ext cx="10515600" cy="466167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 are recorded manually.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Missing of student details possible high.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student participating in same sports as a group.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house allocation checking.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SOLUTION: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 &amp;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House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Sports Participation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RequestApproval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/Rejection Workflow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83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721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65" y="1436914"/>
            <a:ext cx="9562011" cy="5225143"/>
          </a:xfrm>
        </p:spPr>
      </p:pic>
    </p:spTree>
    <p:extLst>
      <p:ext uri="{BB962C8B-B14F-4D97-AF65-F5344CB8AC3E}">
        <p14:creationId xmlns:p14="http://schemas.microsoft.com/office/powerpoint/2010/main" val="275085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281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 Screen Flow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" y="1123406"/>
            <a:ext cx="9170126" cy="5368834"/>
          </a:xfrm>
        </p:spPr>
      </p:pic>
    </p:spTree>
    <p:extLst>
      <p:ext uri="{BB962C8B-B14F-4D97-AF65-F5344CB8AC3E}">
        <p14:creationId xmlns:p14="http://schemas.microsoft.com/office/powerpoint/2010/main" val="493967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6" y="261257"/>
            <a:ext cx="10228218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06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1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527" y="987425"/>
            <a:ext cx="4980144" cy="5557066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STUDENT REGISTRATION: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REG 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STD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EMAIL ID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 NUM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REGISTER</a:t>
            </a:r>
          </a:p>
        </p:txBody>
      </p:sp>
    </p:spTree>
    <p:extLst>
      <p:ext uri="{BB962C8B-B14F-4D97-AF65-F5344CB8AC3E}">
        <p14:creationId xmlns:p14="http://schemas.microsoft.com/office/powerpoint/2010/main" val="305810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652" y="640080"/>
            <a:ext cx="4702628" cy="5865223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REG 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LOGIN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53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3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058" y="791482"/>
            <a:ext cx="4937760" cy="558319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STUDENT LOGIN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HOUSE REQ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SPORTS REQ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LOGOUT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51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457200"/>
            <a:ext cx="4860699" cy="584835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REQ 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REASON FOR HOUSE REQ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SEND REQ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0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5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11" b="23911"/>
          <a:stretch>
            <a:fillRect/>
          </a:stretch>
        </p:blipFill>
        <p:spPr>
          <a:xfrm>
            <a:off x="5183188" y="587829"/>
            <a:ext cx="4783772" cy="579990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 HOUSE REQ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SHOW THE REQ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PENDING/APPROVED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00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6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287383"/>
            <a:ext cx="4583929" cy="598278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ALLOCATED 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SHOW THE HOUSE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COLOUR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DATE OF ACCEPTED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WHO ADMITTED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1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7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451" y="457200"/>
            <a:ext cx="4485793" cy="6100354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AVAILABLE SPORTS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SHOW THE SPORTS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STATUS OF 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TEAM / INDIVIDUAL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62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8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812" y="313509"/>
            <a:ext cx="5016137" cy="577378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SPORTS REQ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SELECT SPORTS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3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9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835" y="248194"/>
            <a:ext cx="4406241" cy="640079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SPORTS REQ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SHOWS THE STATUS OF REQ IT IS PENDING OR ACCPETED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1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10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015" y="457200"/>
            <a:ext cx="3983128" cy="5682343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TIME AND VENUE OF THE SPORTS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WHAT MATCH IS GOING TO HELD 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11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535" y="574766"/>
            <a:ext cx="4123281" cy="570846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REMAINDER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DATE OF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WHAT MATCH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26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12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1109662"/>
            <a:ext cx="6893106" cy="526501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MATCH RESULT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WHICH TEAM IS GOING TO WIN AND RUNNER UP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8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1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898" y="640080"/>
            <a:ext cx="4511932" cy="596972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ADMIN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USERNAME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PASSWORD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6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2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316" y="352696"/>
            <a:ext cx="4943006" cy="619179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DASHBORAD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SHOWS  TOTAL STD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HOUSES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SPORTS REQ</a:t>
            </a:r>
          </a:p>
        </p:txBody>
      </p:sp>
    </p:spTree>
    <p:extLst>
      <p:ext uri="{BB962C8B-B14F-4D97-AF65-F5344CB8AC3E}">
        <p14:creationId xmlns:p14="http://schemas.microsoft.com/office/powerpoint/2010/main" val="337599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3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769" y="457200"/>
            <a:ext cx="4288865" cy="596972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MANAGE 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CAN ADD NEW 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MANAGE HOUSE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CAN DEL THE HOUSE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8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4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341" y="686346"/>
            <a:ext cx="6453836" cy="5479323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ALLOCATED 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ALLOCATE THE STUDENTS FOR THE RESPECTIVE HOUSE.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ALLOCATED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31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5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901" y="817608"/>
            <a:ext cx="6845919" cy="547868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MANAGE SPORTS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ADMIN HAVE RIGHTS TO ADD NEW SPORTS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OR DELETE THE SPORTS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SEARCH SPORTS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5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6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1091928"/>
            <a:ext cx="6814729" cy="545372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SPORTS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ACCEPT THE STUDENT FOR THE SPORTS OR 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REQUESTED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58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7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SCHEDULE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ACCORDING TO THE DATE SEE SPORTS ALLOCTED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COMPLETED SPORTS MARKED AS COMPLETED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UPCOMING SPORTS WILL BE MENTIONED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358" y="987425"/>
            <a:ext cx="6089859" cy="4873625"/>
          </a:xfrm>
        </p:spPr>
      </p:pic>
    </p:spTree>
    <p:extLst>
      <p:ext uri="{BB962C8B-B14F-4D97-AF65-F5344CB8AC3E}">
        <p14:creationId xmlns:p14="http://schemas.microsoft.com/office/powerpoint/2010/main" val="298271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8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358" y="987425"/>
            <a:ext cx="6089859" cy="487362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REMAINDER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REAMIDER TO THE SPORTS ALLOCATED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STUDENT PARTICIPATED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CAN SEND REMAINDER TO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9397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9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154" y="560615"/>
            <a:ext cx="4687433" cy="5697656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PUBLISH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ADMIN CAN PUBLISH THE RESULT BASED ON THE MATCH </a:t>
            </a:r>
          </a:p>
        </p:txBody>
      </p:sp>
    </p:spTree>
    <p:extLst>
      <p:ext uri="{BB962C8B-B14F-4D97-AF65-F5344CB8AC3E}">
        <p14:creationId xmlns:p14="http://schemas.microsoft.com/office/powerpoint/2010/main" val="240510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 10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SHOWS THE RESULT PUBLISHED BY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MAKE A CONFIRMATION 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149" y="457200"/>
            <a:ext cx="4370931" cy="6189708"/>
          </a:xfrm>
        </p:spPr>
      </p:pic>
    </p:spTree>
    <p:extLst>
      <p:ext uri="{BB962C8B-B14F-4D97-AF65-F5344CB8AC3E}">
        <p14:creationId xmlns:p14="http://schemas.microsoft.com/office/powerpoint/2010/main" val="371877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</TotalTime>
  <Words>348</Words>
  <Application>Microsoft Office PowerPoint</Application>
  <PresentationFormat>Widescreen</PresentationFormat>
  <Paragraphs>121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Office Theme</vt:lpstr>
      <vt:lpstr>COLLEGE SPORTS MANAGEMENT</vt:lpstr>
      <vt:lpstr>PROJECT OVERVIEW</vt:lpstr>
      <vt:lpstr>BA</vt:lpstr>
      <vt:lpstr>SA Screen Flow</vt:lpstr>
      <vt:lpstr>PowerPoint Presentation</vt:lpstr>
      <vt:lpstr>SCREEN 1</vt:lpstr>
      <vt:lpstr>SCREEN 2</vt:lpstr>
      <vt:lpstr>SCREEN 3</vt:lpstr>
      <vt:lpstr>SCREEN 4</vt:lpstr>
      <vt:lpstr>SCREEN 5</vt:lpstr>
      <vt:lpstr>SCREEN 6</vt:lpstr>
      <vt:lpstr>SCREEN 7</vt:lpstr>
      <vt:lpstr>SCREEN 8 </vt:lpstr>
      <vt:lpstr>SCREEN 9</vt:lpstr>
      <vt:lpstr>SCREEN 10</vt:lpstr>
      <vt:lpstr>SCREEN 11</vt:lpstr>
      <vt:lpstr>SCREEN 12</vt:lpstr>
      <vt:lpstr>SCREEN 1</vt:lpstr>
      <vt:lpstr>SCREEN 2 </vt:lpstr>
      <vt:lpstr>SCREEN 3</vt:lpstr>
      <vt:lpstr>SCREEN 4 </vt:lpstr>
      <vt:lpstr>SCREEN 5</vt:lpstr>
      <vt:lpstr>SCREEN 6</vt:lpstr>
      <vt:lpstr>SCREEN 7</vt:lpstr>
      <vt:lpstr>SCREEN 8</vt:lpstr>
      <vt:lpstr>SCREEN 9</vt:lpstr>
      <vt:lpstr>SCREEN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SPORTS MANAGEMENT</dc:title>
  <dc:creator>HP</dc:creator>
  <cp:lastModifiedBy>HP</cp:lastModifiedBy>
  <cp:revision>15</cp:revision>
  <dcterms:created xsi:type="dcterms:W3CDTF">2026-07-26T13:47:56Z</dcterms:created>
  <dcterms:modified xsi:type="dcterms:W3CDTF">2026-07-27T15:24:32Z</dcterms:modified>
</cp:coreProperties>
</file>